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13"/>
    <p:restoredTop sz="93304"/>
  </p:normalViewPr>
  <p:slideViewPr>
    <p:cSldViewPr snapToGrid="0">
      <p:cViewPr varScale="1">
        <p:scale>
          <a:sx n="106" d="100"/>
          <a:sy n="106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29E2-4BFF-F618-4683-336824AC0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946DD-4110-039F-447D-BEE35ABA8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D413F-4B59-DF83-13BC-2184A00B9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E40BB-0857-8BB1-40A4-09FBA20D3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9DE2-F9E3-0BCD-0F61-CA508E0F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82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36A3-2565-F86A-891E-18168517D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E3F41-994C-BC42-0917-FE747BEE5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85706-AC7C-B8B8-2CEC-22EA744E8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C8FFA-5BC0-2C33-D648-BE0EF2E9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08B1D-8B7E-3734-3AB9-43A3BAFD9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07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44A44-6979-1CB1-3078-9344D41BF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7FE83-9BF8-94F8-37B0-F2F129BBB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1ADE2-679B-A975-0126-3DFF37C04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6F6FB-5900-CAF4-23B8-496F53C7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09895-6AE5-6AD5-489D-D290402A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12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2E432-76CA-0954-6A6F-87CD5C53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E5F4D-CA6B-065F-3CE2-95E473F1D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9241E-2D6A-8970-644B-E151AE1AF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00795D-A6E4-10BD-786A-7EBE7BE60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BA344-5572-8E38-B2AC-A7F5E53E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3B756-4DE6-9DBE-6993-ACC240FCC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46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99B14-18A2-1CB5-29AE-33EC25B05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4DDEF-BAEA-8BFF-F756-BA577E07F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C4FCBC-FB9D-BEA9-DA50-D136A893D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7358A-61CF-A483-8BC0-D16219C2C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5A0874-2534-24AB-088C-867E97839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D18F9C-E423-64A6-506D-0A51CBFB4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836FBD-A0A7-D4A3-8947-3CD8B49B3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C03BA2-D34F-14C5-CCCF-EF53741B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3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6ADC-AEA8-7D7C-F56D-7E9EC1D5D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1CFB3-FD74-2D4A-1E0D-8DB8EB7E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71EF7-9749-1135-57DD-F6206918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005E8-E576-3F08-51E8-07728611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17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8E6B4C-53B3-ECFD-BBB4-581EF1F9A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529583-E226-C351-3E05-720B18784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93A53-8AFC-2A1B-4BB2-57ADE2387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1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3F042-1861-BCC2-1BA7-167700F71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158D7-47FF-287A-6F37-58FAE24E9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BD020-0763-AAA4-6305-ADC33F1F5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E61CC-4ADA-AD4A-15FC-6EE675AF5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F8AC40-3825-E2FA-4E70-A8EAE1E8E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20A96-0CF5-C217-2F74-99ABD9FB5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25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97E30-94D2-0148-0BAC-EC1B9331B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009A7B-38DA-F642-3357-9A7255FDC1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7AF975-CCE9-2DE2-5191-4B52B5B7D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624C0-633A-9BA8-3F7A-8FA665A6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6469E-358A-78C9-8078-14B10558F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7E8BB-1284-4ADA-5EEF-50932819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4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DCE8E-314B-996A-8C58-C9FF9399D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62D43-636E-A362-A37B-0EC7EC77E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B40A7-8642-F6E4-05D3-EC20621D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ADD08-9B76-B0BF-613A-A2BA04BB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A2596-CBCB-56AF-CD6E-BC5E8190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93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ED4E69-70B2-C65F-76D7-D6C12354A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A43178-35DB-891D-3C64-0B251A3AF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74D62-BE3C-E0CA-479E-26BB8712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9BB02-2734-C28E-C757-A972295C5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71C23-44A3-7231-FF2C-2C07F994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2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D7786C-BD30-8EFA-F3F9-4FF484F79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E5A72-8D7C-207B-CC1E-AD169E8344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943BB-4C15-7F39-BD7C-896B7E8F9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CD00B-ADE4-4149-9075-052AD4D3C880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20419-3BBD-8F5A-5E26-B64D3B180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90FB3-A1D1-585E-2133-3A1C60CA8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FFE57-40AA-614A-AFD7-34A53BEBD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20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76A60-3C33-D147-537E-B9AC18F02E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GPA1-B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4B4720-A0E3-0E08-862F-21D8CC124C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Zoé Hibbert</a:t>
            </a:r>
          </a:p>
          <a:p>
            <a:endParaRPr lang="en-US" dirty="0"/>
          </a:p>
          <a:p>
            <a:r>
              <a:rPr lang="en-US" dirty="0"/>
              <a:t>September 1, 2025</a:t>
            </a:r>
          </a:p>
        </p:txBody>
      </p:sp>
    </p:spTree>
    <p:extLst>
      <p:ext uri="{BB962C8B-B14F-4D97-AF65-F5344CB8AC3E}">
        <p14:creationId xmlns:p14="http://schemas.microsoft.com/office/powerpoint/2010/main" val="3144687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6311B1-A929-6867-23BF-FB4F5983C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758" y="619626"/>
            <a:ext cx="9529011" cy="561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05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D866D9-1537-E7D9-D65D-DC3D8E134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42" y="0"/>
            <a:ext cx="94587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61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A17A1-6E2D-1FDB-3755-AED41D5FC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435" y="535898"/>
            <a:ext cx="8396109" cy="578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629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</Words>
  <Application>Microsoft Macintosh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GPA1-B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</cp:revision>
  <dcterms:created xsi:type="dcterms:W3CDTF">2025-09-02T03:57:49Z</dcterms:created>
  <dcterms:modified xsi:type="dcterms:W3CDTF">2025-09-02T04:11:11Z</dcterms:modified>
</cp:coreProperties>
</file>